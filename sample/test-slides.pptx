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1999"/>
            <a:ext cx="105156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2367279"/>
            <a:ext cx="10515600" cy="3449319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1999"/>
            <a:ext cx="105156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7279"/>
            <a:ext cx="10515600" cy="3449319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1999"/>
            <a:ext cx="10515600" cy="1470025"/>
          </a:xfrm>
          <a:prstGeom prst="rect">
            <a:avLst/>
          </a:prstGeom>
        </p:spPr>
        <p:txBody>
          <a:bodyPr/>
          <a:lstStyle/>
          <a:p>
            <a:r>
              <a:rPr lang="en-CA" sz="4400" dirty="0"/>
              <a:t>Reading a Deck Aloud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2367279"/>
            <a:ext cx="10515600" cy="3449319"/>
          </a:xfrm>
          <a:prstGeom prst="rect">
            <a:avLst/>
          </a:prstGeom>
        </p:spPr>
        <p:txBody>
          <a:bodyPr/>
          <a:lstStyle/>
          <a:p>
            <a:r>
              <a:rPr lang="en-CA" sz="2800" dirty="0"/>
              <a:t>A slide deck for Mimick's checks</a:t>
            </a:r>
          </a:p>
          <a:p>
            <a:r>
              <a:rPr lang="en-CA" sz="2800" dirty="0"/>
              <a:t>Every word of it is 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1999"/>
            <a:ext cx="10515600" cy="1470025"/>
          </a:xfrm>
          <a:prstGeom prst="rect">
            <a:avLst/>
          </a:prstGeom>
        </p:spPr>
        <p:txBody>
          <a:bodyPr/>
          <a:lstStyle/>
          <a:p>
            <a:r>
              <a:rPr lang="en-CA" sz="4400" dirty="0"/>
              <a:t>What a slide becomes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2367279"/>
            <a:ext cx="10515600" cy="3449319"/>
          </a:xfrm>
          <a:prstGeom prst="rect">
            <a:avLst/>
          </a:prstGeom>
        </p:spPr>
        <p:txBody>
          <a:bodyPr/>
          <a:lstStyle/>
          <a:p>
            <a:r>
              <a:rPr lang="en-CA" sz="2800" dirty="0"/>
              <a:t>Each slide is drawn as one page.</a:t>
            </a:r>
          </a:p>
          <a:p>
            <a:r>
              <a:rPr lang="en-CA" sz="2800" dirty="0"/>
              <a:t>The words land where the slide put them.</a:t>
            </a:r>
          </a:p>
          <a:p>
            <a:r>
              <a:rPr lang="en-CA" sz="2800" dirty="0"/>
              <a:t>The title of a slide becomes a contents entry.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1999"/>
            <a:ext cx="10515600" cy="1470025"/>
          </a:xfrm>
          <a:prstGeom prst="rect">
            <a:avLst/>
          </a:prstGeom>
        </p:spPr>
        <p:txBody>
          <a:bodyPr/>
          <a:lstStyle/>
          <a:p>
            <a:r>
              <a:rPr lang="en-CA" sz="4400" dirty="0"/>
              <a:t>What is left behind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2367279"/>
            <a:ext cx="10515600" cy="3449319"/>
          </a:xfrm>
          <a:prstGeom prst="rect">
            <a:avLst/>
          </a:prstGeom>
        </p:spPr>
        <p:txBody>
          <a:bodyPr/>
          <a:lstStyle/>
          <a:p>
            <a:r>
              <a:rPr lang="en-CA" sz="2800" dirty="0"/>
              <a:t>Backgrounds and colours are dropped.</a:t>
            </a:r>
          </a:p>
          <a:p>
            <a:r>
              <a:rPr lang="en-CA" sz="2800" dirty="0"/>
              <a:t>Drawn shapes and arrows are dropped.</a:t>
            </a:r>
          </a:p>
          <a:p>
            <a:r>
              <a:rPr lang="en-CA" sz="2800" dirty="0"/>
              <a:t>Speaker notes are not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mick">
  <a:themeElements>
    <a:clrScheme name="Mimic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472C4"/>
      </a:accent2>
      <a:accent3>
        <a:srgbClr val="4472C4"/>
      </a:accent3>
      <a:accent4>
        <a:srgbClr val="4472C4"/>
      </a:accent4>
      <a:accent5>
        <a:srgbClr val="4472C4"/>
      </a:accent5>
      <a:accent6>
        <a:srgbClr val="4472C4"/>
      </a:accent6>
      <a:hlink>
        <a:srgbClr val="0563C1"/>
      </a:hlink>
      <a:folHlink>
        <a:srgbClr val="954F72"/>
      </a:folHlink>
    </a:clrScheme>
    <a:fontScheme name="Mimi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imi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